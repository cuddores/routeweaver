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3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0A2F80-E772-4BE2-865C-33EE38CCA4A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55BEEE-66CA-4D39-A20B-1D2E9F673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074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5BEEE-66CA-4D39-A20B-1D2E9F6737C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517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350244-0127-B1E8-6F09-B3DC9223D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730234A-9213-E46D-D517-B1153DA3A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209B5F-3D29-3427-817F-AF7AF74E0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331E-2E33-4032-A969-C34C75E08C7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8F6B48-97FA-6453-2E73-BA7058F50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B2112D-4B10-72AA-B1D9-88D23970C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23B6E-7780-42EA-9C80-3E760472A2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349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FC67D8-E4B8-00E4-299D-402C503E7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492F5C-0474-0457-D951-FF1A479EB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E5B677-BB61-E935-4555-C58122CB6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331E-2E33-4032-A969-C34C75E08C7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5DE85A-B18B-F283-C219-1B29534DC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2CF89F-34DE-C5C5-1E53-4FB3BCF4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23B6E-7780-42EA-9C80-3E760472A2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171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063F47-64DB-9616-3230-E09EE62E2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F862BA-9310-09F3-964E-CADEF0F76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EADA52-1BC8-27F9-3C19-C11053409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331E-2E33-4032-A969-C34C75E08C7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B97EFE-759F-A7D1-12DB-79501917D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A63882-64BC-14A9-E91A-D20416A02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23B6E-7780-42EA-9C80-3E760472A2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4059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269D0-AFCF-4E65-89F9-58AF0F2E2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5C1923-AD9F-DC6B-F46C-41073CE1A2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FE19E3-596F-5FD4-44DE-D6241B128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DAE160-4BBD-88B4-ECC0-681B9CA0D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331E-2E33-4032-A969-C34C75E08C7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1F3189-8916-C040-8F60-9918B61FF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2509DA-7B6C-B76D-BAB9-8FAFB60D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23B6E-7780-42EA-9C80-3E760472A2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77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81F539-1D6A-649C-0A97-773019447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C4BDED-7692-BEE8-64B3-417B89926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839BB03-5A5C-7138-F996-A9233B3B23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BAE258-7B0C-8ACB-B265-3B3F19C5D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8900121-7BE7-8D11-3A36-F961C67BC0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D87CCD7-6A08-DD8A-17C4-5617C754F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331E-2E33-4032-A969-C34C75E08C7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03D9204-6233-67D9-6CDB-09881EA9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22F873E-F340-50F6-868F-8503279EB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23B6E-7780-42EA-9C80-3E760472A2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562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519EFF-3B93-8BD6-BBCB-BD8C6C3E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C76BD4F-C27C-3025-6612-8814D2883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331E-2E33-4032-A969-C34C75E08C7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6526F07-ED75-E813-CD83-474E538FD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6E8B845-D476-D585-5929-77D668F73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23B6E-7780-42EA-9C80-3E760472A2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5938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B0D938C-942B-07D1-C751-DA09C10E0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331E-2E33-4032-A969-C34C75E08C7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46060A6-4DBC-A49A-70CA-8D16F5A9C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19B7A7-1C76-5F15-0DF0-AD9526023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23B6E-7780-42EA-9C80-3E760472A2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068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942B7-6DEC-A6B2-50AC-804219DEF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0D13DC-D765-4891-8735-71406826A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67811EA-37C1-2C92-6EBD-95DFCB991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7784FF2-68F3-66AC-3DBA-E4C160D1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331E-2E33-4032-A969-C34C75E08C7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ABC322-2FF8-2466-8A4E-C58FDB0B3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5E5BD1-B121-91F3-84A9-D855E144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23B6E-7780-42EA-9C80-3E760472A2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61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767DF0-25B4-3834-401B-D9BE026FE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7D3129A-4BF9-84D2-47BA-D0A70E1B96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233C48-EC73-6584-7CD3-A0C8727D6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2FC413-DBF3-700F-7766-F7790FF0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331E-2E33-4032-A969-C34C75E08C7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3E091D-36E5-7F10-6A10-0B17B71E9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B07A56-E939-21AA-545B-2B59DBBFA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23B6E-7780-42EA-9C80-3E760472A2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263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122D27-511A-CBAC-7EEC-42B449F2A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DE88D67-92C0-FB08-539D-96147308F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B70067-D23C-CBF7-EE66-30A078EC9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331E-2E33-4032-A969-C34C75E08C7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43D553-078D-81D1-463F-99C39FC9B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2ED6BB-5EE0-9661-086F-AA21F48EB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23B6E-7780-42EA-9C80-3E760472A2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858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E4DA266-C828-21F3-C305-41979D7815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C47043-2358-0CCA-D456-C15F94CB5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BC470B-6E2D-E0AB-9D24-0D60B013C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331E-2E33-4032-A969-C34C75E08C7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822B90-018B-1229-81A6-44847AFED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BBA393-6C73-7011-84DD-97681988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23B6E-7780-42EA-9C80-3E760472A2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408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A4D61E-5BA8-258D-6B6A-F7EB257F8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550979-19AB-273B-BEBC-75FA356EE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23E6D4-5432-26DE-5205-59EDFDBA1D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71331E-2E33-4032-A969-C34C75E08C73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40B2A0-C1C2-AB18-AFD2-44488A886E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BED029-450C-3F40-6D0E-59F6E75F0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23B6E-7780-42EA-9C80-3E760472A2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264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3D7E4C-725F-FCD8-0B8A-5253A76BB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396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F9A7CF2-60B9-0FFF-498D-988CFD1D5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065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77A7C6-54FA-5E8A-3FE4-B9CE9026B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34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98A1F3F-F210-4B69-78E8-5BD5E636E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944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D7ED25-F29D-3C1E-2E49-45857EE10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3234" y="3316817"/>
            <a:ext cx="245532" cy="22436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65A5A2E-5820-FA06-D25F-DFCC827C06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253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6EECBD-C1B3-BBF0-ACDF-46E877D6D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1787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</Words>
  <Application>Microsoft Office PowerPoint</Application>
  <PresentationFormat>Широкоэкранный</PresentationFormat>
  <Paragraphs>1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Александра Корнеева</dc:creator>
  <cp:lastModifiedBy>Александра Корнеева</cp:lastModifiedBy>
  <cp:revision>2</cp:revision>
  <dcterms:created xsi:type="dcterms:W3CDTF">2026-04-18T21:11:17Z</dcterms:created>
  <dcterms:modified xsi:type="dcterms:W3CDTF">2026-04-19T08:02:50Z</dcterms:modified>
</cp:coreProperties>
</file>